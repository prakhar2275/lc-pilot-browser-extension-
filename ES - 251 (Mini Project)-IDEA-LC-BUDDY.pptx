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3" d="100"/>
          <a:sy n="33" d="100"/>
        </p:scale>
        <p:origin x="1116" y="6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3/24/2026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pPr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48521" y="248934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ES -251 (Mini Project) 2025-26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5" y="1722797"/>
            <a:ext cx="7799735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Title of the Project – LC Buddy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 Software(Browser Extension)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Details of team – Prakhar Singh Chauhan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member 2 – Shagun Singh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member 3 – Pawani Sachna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member 4 – Rudraksh Shahu</a:t>
            </a:r>
          </a:p>
        </p:txBody>
      </p:sp>
      <p:pic>
        <p:nvPicPr>
          <p:cNvPr id="9" name="Picture 8" descr="Why PSIT | Pranveer Singh Institute of Technology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57506" y="2756382"/>
            <a:ext cx="2954215" cy="2819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8141" y="-217011"/>
            <a:ext cx="10972800" cy="1756229"/>
          </a:xfrm>
        </p:spPr>
        <p:txBody>
          <a:bodyPr/>
          <a:lstStyle/>
          <a:p>
            <a:pPr eaLnBrk="1" hangingPunct="1"/>
            <a:r>
              <a:rPr lang="en-IN" sz="3600" dirty="0"/>
              <a:t>LC Buddy – Guided </a:t>
            </a:r>
            <a:r>
              <a:rPr lang="en-IN" sz="3600" dirty="0">
                <a:latin typeface="Aptos" panose="020B0004020202020204" pitchFamily="34" charset="0"/>
              </a:rPr>
              <a:t>Problem</a:t>
            </a:r>
            <a:r>
              <a:rPr lang="en-IN" sz="3600" dirty="0"/>
              <a:t> Solving Assistant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144409"/>
            <a:ext cx="12191999" cy="507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LC Buddy is a browser extension that guides beginners step-by-step while solving problems on </a:t>
            </a:r>
            <a:r>
              <a:rPr lang="en-US" sz="2800" dirty="0" err="1"/>
              <a:t>LeetCode</a:t>
            </a:r>
            <a:r>
              <a:rPr lang="en-US" sz="2800" dirty="0"/>
              <a:t> and analyzes their code to provide complexity insights.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It prevents beginners from jumping directly to solutions by encouraging structured thinking and guided problem-solving.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LC Buddy acts as an interactive mentor that promotes algorithmic thinking through guided hints and real-time code analysis.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066780" y="179208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98585" y="-10568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955261"/>
            <a:ext cx="93853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IN" sz="2800" dirty="0"/>
              <a:t>• </a:t>
            </a:r>
            <a:r>
              <a:rPr lang="en-IN" sz="2800" b="1" dirty="0"/>
              <a:t>Frontend:</a:t>
            </a:r>
            <a:r>
              <a:rPr lang="en-IN" sz="2800" dirty="0"/>
              <a:t> JavaScript, React, Chrome Extension APIs for building the browser extension UI and interaction with the webpage.</a:t>
            </a:r>
          </a:p>
          <a:p>
            <a:endParaRPr lang="en-IN" sz="2800" dirty="0"/>
          </a:p>
          <a:p>
            <a:r>
              <a:rPr lang="en-IN" sz="2800" dirty="0"/>
              <a:t>• </a:t>
            </a:r>
            <a:r>
              <a:rPr lang="en-IN" sz="2800" b="1" dirty="0"/>
              <a:t>Backend:</a:t>
            </a:r>
            <a:r>
              <a:rPr lang="en-IN" sz="2800" dirty="0"/>
              <a:t> </a:t>
            </a:r>
            <a:r>
              <a:rPr lang="en-IN" sz="2800" dirty="0" err="1"/>
              <a:t>FastAPI</a:t>
            </a:r>
            <a:r>
              <a:rPr lang="en-IN" sz="2800" dirty="0"/>
              <a:t> for handling code analysis requests and generating guided hints.</a:t>
            </a:r>
          </a:p>
          <a:p>
            <a:endParaRPr lang="en-IN" sz="2800" dirty="0"/>
          </a:p>
          <a:p>
            <a:r>
              <a:rPr lang="en-IN" sz="2800" dirty="0"/>
              <a:t>• </a:t>
            </a:r>
            <a:r>
              <a:rPr lang="en-IN" sz="2800" b="1" dirty="0"/>
              <a:t>Database:</a:t>
            </a:r>
            <a:r>
              <a:rPr lang="en-IN" sz="2800" dirty="0"/>
              <a:t> SQLite for storing problem metadata, analysis logs, and user interaction data.</a:t>
            </a:r>
          </a:p>
          <a:p>
            <a:endParaRPr lang="en-IN" sz="2800" dirty="0"/>
          </a:p>
          <a:p>
            <a:r>
              <a:rPr lang="en-IN" sz="2800" dirty="0"/>
              <a:t>• </a:t>
            </a:r>
            <a:r>
              <a:rPr lang="en-IN" sz="2800" b="1" dirty="0"/>
              <a:t>Integration:</a:t>
            </a:r>
            <a:r>
              <a:rPr lang="en-IN" sz="2800" dirty="0"/>
              <a:t> DOM manipulation to read code from the </a:t>
            </a:r>
            <a:r>
              <a:rPr lang="en-IN" sz="2800" dirty="0" err="1"/>
              <a:t>LeetCode</a:t>
            </a:r>
            <a:r>
              <a:rPr lang="en-IN" sz="2800" dirty="0"/>
              <a:t> editor and provide insights inside the page.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855765" y="131583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56261" y="1095375"/>
            <a:ext cx="9385300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b="1" dirty="0"/>
              <a:t>Potential Challenges and Risks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current prototype is limited to browser environments and lacks cross-platform support for other coding platforms</a:t>
            </a:r>
          </a:p>
          <a:p>
            <a:r>
              <a:rPr lang="en-US" sz="2800" dirty="0"/>
              <a:t>.</a:t>
            </a:r>
          </a:p>
          <a:p>
            <a:r>
              <a:rPr lang="en-US" sz="2800" b="1" dirty="0"/>
              <a:t>Strategies for Overcoming These Challenges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project is planned as an </a:t>
            </a:r>
            <a:r>
              <a:rPr lang="en-US" sz="2800" b="1" dirty="0"/>
              <a:t>Open-source initiative</a:t>
            </a:r>
            <a:r>
              <a:rPr lang="en-US" sz="2800" dirty="0"/>
              <a:t>, allowing developers to contribute and extend support for more platforms.</a:t>
            </a:r>
            <a:br>
              <a:rPr lang="en-US" sz="2800" dirty="0"/>
            </a:br>
            <a:r>
              <a:rPr lang="en-US" sz="2800" dirty="0"/>
              <a:t>Community contributions can help expand the extension to multiple coding platforms and improve its functionality over time.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endParaRPr lang="en-US" sz="28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51160" y="131583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7213" y="26839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1616898"/>
            <a:ext cx="9808029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LC Buddy helps beginners develop structured problem-solving skills while practicing on platforms like </a:t>
            </a:r>
            <a:r>
              <a:rPr lang="en-US" sz="2800" dirty="0" err="1"/>
              <a:t>LeetCode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It encourages learners to think through algorithms step-by-step instead of directly relying on solutions.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Creates a collaborative open-source learning tool where developers can contribute and improve the platform.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Provides real-time insights such as complexity analysis and guided hints that enhance the learning experience.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7290" y="316446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421640" y="28311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774700" y="1595021"/>
            <a:ext cx="9385300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800" dirty="0"/>
              <a:t>•   </a:t>
            </a:r>
            <a:r>
              <a:rPr lang="en-US" sz="2800" dirty="0" err="1"/>
              <a:t>FastAPI</a:t>
            </a:r>
            <a:r>
              <a:rPr lang="en-US" sz="2800" dirty="0"/>
              <a:t> Documentation – Used for designing the backend 	APIs for code analysis and hint generation.</a:t>
            </a:r>
          </a:p>
          <a:p>
            <a:endParaRPr lang="en-US" sz="2800" dirty="0"/>
          </a:p>
          <a:p>
            <a:r>
              <a:rPr lang="en-US" sz="2800" dirty="0"/>
              <a:t>•  React Documentation – Used for building the interactive user 	interface of the browser extension.</a:t>
            </a:r>
          </a:p>
          <a:p>
            <a:endParaRPr lang="en-US" sz="2800" dirty="0"/>
          </a:p>
          <a:p>
            <a:r>
              <a:rPr lang="en-US" sz="2800" dirty="0"/>
              <a:t>• Algorithm Design and Complexity Analysis concepts from 	</a:t>
            </a:r>
            <a:r>
              <a:rPr lang="en-US" sz="2800" b="1" dirty="0"/>
              <a:t>Introduction to Algorithms (CLRS)</a:t>
            </a:r>
            <a:r>
              <a:rPr lang="en-US" sz="2800" dirty="0"/>
              <a:t> – Reference for time 	complexity and algorithm pattern detection.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551160" y="372717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 descr="Why PSIT | Pranveer Singh Institute of Technology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85426" y="271501"/>
            <a:ext cx="1031240" cy="963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F0F0F0"/>
      </a:dk1>
      <a:lt1>
        <a:sysClr val="window" lastClr="00000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7537</TotalTime>
  <Words>549</Words>
  <Application>Microsoft Office PowerPoint</Application>
  <PresentationFormat>Widescreen</PresentationFormat>
  <Paragraphs>69</Paragraphs>
  <Slides>7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ES -251 (Mini Project) 2025-26</vt:lpstr>
      <vt:lpstr>LC Buddy – Guided Problem Solving Assistant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Prakhar Singh Chauhan</cp:lastModifiedBy>
  <cp:revision>150</cp:revision>
  <dcterms:created xsi:type="dcterms:W3CDTF">2013-12-12T18:46:50Z</dcterms:created>
  <dcterms:modified xsi:type="dcterms:W3CDTF">2026-03-24T11:22:36Z</dcterms:modified>
</cp:coreProperties>
</file>