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ES -251 (Mini Project) 2025-26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Title of the Project -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Theme-  Hardware/software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Details of team – Team leader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Team member 2 –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Team member 3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Team member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Why PSIT | Pranveer Singh Institute of Technology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25871" y="2401214"/>
            <a:ext cx="2954215" cy="2819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 descr="Why PSIT | Pranveer Singh Institute of Technology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66780" y="179208"/>
            <a:ext cx="1031240" cy="96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 descr="Why PSIT | Pranveer Singh Institute of Technology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855765" y="131583"/>
            <a:ext cx="1031240" cy="96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 descr="Why PSIT | Pranveer Singh Institute of Technology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551160" y="131583"/>
            <a:ext cx="1031240" cy="96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 descr="Why PSIT | Pranveer Singh Institute of Technology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7290" y="316446"/>
            <a:ext cx="1031240" cy="96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 descr="Why PSIT | Pranveer Singh Institute of Technology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551160" y="372717"/>
            <a:ext cx="1031240" cy="96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 descr="Why PSIT | Pranveer Singh Institute of Technology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85426" y="271501"/>
            <a:ext cx="1031240" cy="96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7499</TotalTime>
  <Words>296</Words>
  <Application>Microsoft Office PowerPoint</Application>
  <PresentationFormat>Custom</PresentationFormat>
  <Paragraphs>55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ES -251 (Mini Project) 2025-26</vt:lpstr>
      <vt:lpstr> IDEA TITLE</vt:lpstr>
      <vt:lpstr>TECHNICAL APPROACH</vt:lpstr>
      <vt:lpstr>FEASIBILITY AND VIABILITY</vt:lpstr>
      <vt:lpstr>IMPACT AND BENEFITS</vt:lpstr>
      <vt:lpstr>RESEARCH  AND REFERENCES</vt:lpstr>
      <vt:lpstr>Slide 7</vt:lpstr>
    </vt:vector>
  </TitlesOfParts>
  <Company>Crowdfunder, Inc.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ADMIN</cp:lastModifiedBy>
  <cp:revision>149</cp:revision>
  <dcterms:created xsi:type="dcterms:W3CDTF">2013-12-12T18:46:50Z</dcterms:created>
  <dcterms:modified xsi:type="dcterms:W3CDTF">2026-03-23T09:29:16Z</dcterms:modified>
</cp:coreProperties>
</file>