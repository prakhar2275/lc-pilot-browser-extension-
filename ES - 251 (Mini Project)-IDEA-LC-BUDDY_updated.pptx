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91" r:id="rId2"/>
    <p:sldId id="281" r:id="rId3"/>
    <p:sldId id="290" r:id="rId4"/>
    <p:sldId id="293" r:id="rId5"/>
    <p:sldId id="294" r:id="rId6"/>
    <p:sldId id="296" r:id="rId7"/>
    <p:sldId id="299" r:id="rId8"/>
    <p:sldId id="300" r:id="rId9"/>
    <p:sldId id="298" r:id="rId10"/>
    <p:sldId id="301" r:id="rId11"/>
    <p:sldId id="297" r:id="rId12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48521" y="248934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ES -251 (Mini Project) 2025-26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1722797"/>
            <a:ext cx="7799735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Title of the Project – LC Buddy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 Software(Browser Extension)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Details of team – Prakhar Singh Chauhan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member 2 – Shagun Singh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member 3 – Pawani Sachna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member 4 – Rudraksh Shahu</a:t>
            </a:r>
          </a:p>
        </p:txBody>
      </p:sp>
      <p:pic>
        <p:nvPicPr>
          <p:cNvPr id="9" name="Picture 8" descr="Why PSIT | Pranveer Singh Institute of Technology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57506" y="2756382"/>
            <a:ext cx="2954215" cy="2819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8141" y="-217011"/>
            <a:ext cx="10972800" cy="1756229"/>
          </a:xfrm>
        </p:spPr>
        <p:txBody>
          <a:bodyPr/>
          <a:lstStyle/>
          <a:p>
            <a:pPr eaLnBrk="1" hangingPunct="1"/>
            <a:r>
              <a:rPr lang="en-IN" sz="3600" dirty="0"/>
              <a:t>LC Buddy – Guided </a:t>
            </a:r>
            <a:r>
              <a:rPr lang="en-IN" sz="3600" dirty="0">
                <a:latin typeface="Aptos" panose="020B0004020202020204" pitchFamily="34" charset="0"/>
              </a:rPr>
              <a:t>Problem</a:t>
            </a:r>
            <a:r>
              <a:rPr lang="en-IN" sz="3600" dirty="0"/>
              <a:t> Solving Assistant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144409"/>
            <a:ext cx="12191999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LC Buddy is a browser extension that guides beginners step-by-step while solving problems on </a:t>
            </a:r>
            <a:r>
              <a:rPr lang="en-US" sz="2800" dirty="0" err="1"/>
              <a:t>LeetCode</a:t>
            </a:r>
            <a:r>
              <a:rPr lang="en-US" sz="2800" dirty="0"/>
              <a:t> and analyzes their code to provide complexity insights.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prevents beginners from jumping directly to solutions by encouraging structured thinking and guided problem-solving.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LC Buddy acts as an interactive mentor that promotes algorithmic thinking through guided hints and real-time code analysis.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 descr="Why PSIT | Pranveer Singh Institute of Technology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66780" y="179208"/>
            <a:ext cx="1031240" cy="96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98585" y="-10568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955261"/>
            <a:ext cx="93853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800" dirty="0"/>
              <a:t>• </a:t>
            </a:r>
            <a:r>
              <a:rPr lang="en-IN" sz="2800" b="1" dirty="0"/>
              <a:t>Frontend:</a:t>
            </a:r>
            <a:r>
              <a:rPr lang="en-IN" sz="2800" dirty="0"/>
              <a:t> JavaScript, React, Chrome Extension APIs for building the browser extension UI and interaction with the webpage.</a:t>
            </a:r>
          </a:p>
          <a:p>
            <a:endParaRPr lang="en-IN" sz="2800" dirty="0"/>
          </a:p>
          <a:p>
            <a:r>
              <a:rPr lang="en-IN" sz="2800" dirty="0"/>
              <a:t>• </a:t>
            </a:r>
            <a:r>
              <a:rPr lang="en-IN" sz="2800" b="1" dirty="0"/>
              <a:t>Backend:</a:t>
            </a:r>
            <a:r>
              <a:rPr lang="en-IN" sz="2800" dirty="0"/>
              <a:t> </a:t>
            </a:r>
            <a:r>
              <a:rPr lang="en-IN" sz="2800" dirty="0" err="1"/>
              <a:t>FastAPI</a:t>
            </a:r>
            <a:r>
              <a:rPr lang="en-IN" sz="2800" dirty="0"/>
              <a:t> for handling code analysis requests and generating guided hints.</a:t>
            </a:r>
          </a:p>
          <a:p>
            <a:endParaRPr lang="en-IN" sz="2800" dirty="0"/>
          </a:p>
          <a:p>
            <a:r>
              <a:rPr lang="en-IN" sz="2800" dirty="0"/>
              <a:t>• </a:t>
            </a:r>
            <a:r>
              <a:rPr lang="en-IN" sz="2800" b="1" dirty="0"/>
              <a:t>Database:</a:t>
            </a:r>
            <a:r>
              <a:rPr lang="en-IN" sz="2800" dirty="0"/>
              <a:t> SQLite for storing problem metadata, analysis logs, and user interaction data.</a:t>
            </a:r>
          </a:p>
          <a:p>
            <a:endParaRPr lang="en-IN" sz="2800" dirty="0"/>
          </a:p>
          <a:p>
            <a:r>
              <a:rPr lang="en-IN" sz="2800" dirty="0"/>
              <a:t>• </a:t>
            </a:r>
            <a:r>
              <a:rPr lang="en-IN" sz="2800" b="1" dirty="0"/>
              <a:t>Integration:</a:t>
            </a:r>
            <a:r>
              <a:rPr lang="en-IN" sz="2800" dirty="0"/>
              <a:t> DOM manipulation to read code from the </a:t>
            </a:r>
            <a:r>
              <a:rPr lang="en-IN" sz="2800" dirty="0" err="1"/>
              <a:t>LeetCode</a:t>
            </a:r>
            <a:r>
              <a:rPr lang="en-IN" sz="2800" dirty="0"/>
              <a:t> editor and provide insights inside the page.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 descr="Why PSIT | Pranveer Singh Institute of Technology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855765" y="131583"/>
            <a:ext cx="1031240" cy="96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56261" y="1095375"/>
            <a:ext cx="9385300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Potential Challenges and Risks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current prototype is limited to browser environments and lacks cross-platform support for other coding platforms</a:t>
            </a:r>
          </a:p>
          <a:p>
            <a:r>
              <a:rPr lang="en-US" sz="2800" dirty="0"/>
              <a:t>.</a:t>
            </a:r>
          </a:p>
          <a:p>
            <a:r>
              <a:rPr lang="en-US" sz="2800" b="1" dirty="0"/>
              <a:t>Strategies for Overcoming These Challenges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project is planned as an </a:t>
            </a:r>
            <a:r>
              <a:rPr lang="en-US" sz="2800" b="1" dirty="0"/>
              <a:t>Open-source initiative</a:t>
            </a:r>
            <a:r>
              <a:rPr lang="en-US" sz="2800" dirty="0"/>
              <a:t>, allowing developers to contribute and extend support for more platforms.</a:t>
            </a:r>
            <a:br>
              <a:rPr lang="en-US" sz="2800" dirty="0"/>
            </a:br>
            <a:r>
              <a:rPr lang="en-US" sz="2800" dirty="0"/>
              <a:t>Community contributions can help expand the extension to multiple coding platforms and improve its functionality over time.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 descr="Why PSIT | Pranveer Singh Institute of Technology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551160" y="131583"/>
            <a:ext cx="1031240" cy="96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7213" y="268397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1616898"/>
            <a:ext cx="9808029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LC Buddy helps beginners develop structured problem-solving skills while practicing on platforms like </a:t>
            </a:r>
            <a:r>
              <a:rPr lang="en-US" sz="2800" dirty="0" err="1"/>
              <a:t>LeetCode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It encourages learners to think through algorithms step-by-step instead of directly relying on solutions.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Creates a collaborative open-source learning tool where developers can contribute and improve the platform.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real-time insights such as complexity analysis and guided hints that enhance the learning experience.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 descr="Why PSIT | Pranveer Singh Institute of Technology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7290" y="316446"/>
            <a:ext cx="1031240" cy="96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421640" y="28311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74700" y="1595021"/>
            <a:ext cx="93853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/>
              <a:t>•   </a:t>
            </a:r>
            <a:r>
              <a:rPr lang="en-US" sz="2800" dirty="0" err="1"/>
              <a:t>FastAPI</a:t>
            </a:r>
            <a:r>
              <a:rPr lang="en-US" sz="2800" dirty="0"/>
              <a:t> Documentation – Used for designing the backend 	APIs for code analysis and hint generation.</a:t>
            </a:r>
          </a:p>
          <a:p>
            <a:endParaRPr lang="en-US" sz="2800" dirty="0"/>
          </a:p>
          <a:p>
            <a:r>
              <a:rPr lang="en-US" sz="2800" dirty="0"/>
              <a:t>•  React Documentation – Used for building the interactive user 	interface of the browser extension.</a:t>
            </a:r>
          </a:p>
          <a:p>
            <a:endParaRPr lang="en-US" sz="2800" dirty="0"/>
          </a:p>
          <a:p>
            <a:r>
              <a:rPr lang="en-US" sz="2800" dirty="0"/>
              <a:t>• Algorithm Design and Complexity Analysis concepts from 	</a:t>
            </a:r>
            <a:r>
              <a:rPr lang="en-US" sz="2800" b="1" dirty="0"/>
              <a:t>Introduction to Algorithms (CLRS)</a:t>
            </a:r>
            <a:r>
              <a:rPr lang="en-US" sz="2800" dirty="0"/>
              <a:t> – Reference for time 	complexity and algorithm pattern detection.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 descr="Why PSIT | Pranveer Singh Institute of Technology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551160" y="372717"/>
            <a:ext cx="1031240" cy="96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A86B2-3A71-0D3C-1104-DD39DA6F4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4586133-F4B1-F1CF-B928-3B2004EA43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-88676" y="-47624"/>
            <a:ext cx="12280675" cy="6905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8E9D26-75F1-FB20-2FD4-E053F07DB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15998-9A5E-D362-1C82-87780449B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7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10054-923F-257C-07AE-C1B965FA2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20997A1-B16B-D924-7A92-C6905BC5D1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-114257" y="0"/>
            <a:ext cx="12306257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0DB8BC-2A0E-08C4-0CBC-0A492C819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B57FA8-55CD-371C-5F8B-0BF48CCDB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373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60DD6-6D6D-74DD-AADF-8A6C882F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BC6F4B7-210B-F2A2-5577-4ECED322FF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C02F1C-9365-33A9-7695-72334A169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3CBF2C-00EF-2087-B34B-576829C4B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98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FD820-3C1B-B3B7-C512-E134AE297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876E1-A9E7-4E56-DC9D-F1C502C0A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507225"/>
            <a:ext cx="10972800" cy="3618937"/>
          </a:xfrm>
        </p:spPr>
        <p:txBody>
          <a:bodyPr/>
          <a:lstStyle/>
          <a:p>
            <a:pPr marL="0" indent="0">
              <a:buNone/>
            </a:pPr>
            <a:r>
              <a:rPr lang="en-IN" sz="8000" dirty="0" err="1"/>
              <a:t>lcbuddycloud.netlify.app</a:t>
            </a:r>
            <a:endParaRPr lang="en-IN" sz="8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BC52ED-B3CB-6A4C-68FC-FD2F1A367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7967C5-9BC9-AA98-A5A7-4E95FB295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384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 descr="Why PSIT | Pranveer Singh Institute of Technology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85426" y="271501"/>
            <a:ext cx="1031240" cy="96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0F0F0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F0F0F0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7543</TotalTime>
  <Words>578</Words>
  <Application>Microsoft Office PowerPoint</Application>
  <PresentationFormat>Widescreen</PresentationFormat>
  <Paragraphs>78</Paragraphs>
  <Slides>11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ES -251 (Mini Project) 2025-26</vt:lpstr>
      <vt:lpstr>LC Buddy – Guided Problem Solving Assistant</vt:lpstr>
      <vt:lpstr>TECHNICAL APPROACH</vt:lpstr>
      <vt:lpstr>FEASIBILITY AND VIABILITY</vt:lpstr>
      <vt:lpstr>IMPACT AND BENEFITS</vt:lpstr>
      <vt:lpstr>RESEARCH  AND REFERENCES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Prakhar Singh Chauhan</cp:lastModifiedBy>
  <cp:revision>151</cp:revision>
  <dcterms:created xsi:type="dcterms:W3CDTF">2013-12-12T18:46:50Z</dcterms:created>
  <dcterms:modified xsi:type="dcterms:W3CDTF">2026-04-02T13:57:20Z</dcterms:modified>
</cp:coreProperties>
</file>